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1.jpeg"/><Relationship Id="rId7" Type="http://schemas.openxmlformats.org/officeDocument/2006/relationships/image" Target="../media/image20.jpeg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png"/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70101" y="1097915"/>
            <a:ext cx="9211733" cy="1082675"/>
          </a:xfrm>
        </p:spPr>
        <p:txBody>
          <a:bodyPr/>
          <a:p>
            <a:r>
              <a:rPr lang="en-US" altLang="ru-RU" b="1">
                <a:latin typeface="Times New Roman" panose="02020603050405020304" charset="0"/>
                <a:cs typeface="Times New Roman" panose="02020603050405020304" charset="0"/>
              </a:rPr>
              <a:t>CoffeeBreak</a:t>
            </a:r>
            <a:endParaRPr lang="en-US" altLang="ru-RU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63751" y="2330450"/>
            <a:ext cx="9218083" cy="1752600"/>
          </a:xfrm>
        </p:spPr>
        <p:txBody>
          <a:bodyPr/>
          <a:p>
            <a:r>
              <a:rPr lang="ru-RU" altLang="ru-RU">
                <a:latin typeface="Times New Roman" panose="02020603050405020304" charset="0"/>
                <a:cs typeface="Times New Roman" panose="02020603050405020304" charset="0"/>
              </a:rPr>
              <a:t>Горскина Карина, ОКЭИ</a:t>
            </a:r>
            <a:endParaRPr lang="ru-RU" altLang="ru-RU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86400" y="334010"/>
            <a:ext cx="1306830" cy="582930"/>
          </a:xfrm>
        </p:spPr>
        <p:txBody>
          <a:bodyPr/>
          <a:p>
            <a:pPr algn="l"/>
            <a:r>
              <a:rPr lang="ru-RU" altLang="en-US" b="1">
                <a:latin typeface="Times New Roman" panose="02020603050405020304" charset="0"/>
                <a:cs typeface="Times New Roman" panose="02020603050405020304" charset="0"/>
              </a:rPr>
              <a:t>Цель</a:t>
            </a:r>
            <a:endParaRPr lang="ru-RU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Замещающее содержимое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33170" y="1371600"/>
            <a:ext cx="9725025" cy="49244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01115" y="711200"/>
            <a:ext cx="9683750" cy="582930"/>
          </a:xfrm>
        </p:spPr>
        <p:txBody>
          <a:bodyPr/>
          <a:p>
            <a:pPr algn="l"/>
            <a:r>
              <a:rPr lang="ru-RU" altLang="en-US" b="1">
                <a:latin typeface="Times New Roman" panose="02020603050405020304" charset="0"/>
                <a:cs typeface="Times New Roman" panose="02020603050405020304" charset="0"/>
              </a:rPr>
              <a:t>Реализация</a:t>
            </a:r>
            <a:endParaRPr lang="ru-RU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666230" y="276225"/>
            <a:ext cx="2809875" cy="6304915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1301115" y="157543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Для регистрации использовались библиотеки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Supabase: 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supabase-auth, aupabase-compose-auth 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для авторизации через 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Google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Изображение 6"/>
          <p:cNvPicPr/>
          <p:nvPr/>
        </p:nvPicPr>
        <p:blipFill>
          <a:blip r:embed="rId2"/>
          <a:stretch>
            <a:fillRect/>
          </a:stretch>
        </p:blipFill>
        <p:spPr>
          <a:xfrm>
            <a:off x="1301115" y="3717925"/>
            <a:ext cx="4219575" cy="2376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12585" y="329565"/>
            <a:ext cx="2763520" cy="6199505"/>
          </a:xfrm>
          <a:prstGeom prst="rect">
            <a:avLst/>
          </a:prstGeom>
        </p:spPr>
      </p:pic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301115" y="711200"/>
            <a:ext cx="9683750" cy="582930"/>
          </a:xfrm>
        </p:spPr>
        <p:txBody>
          <a:bodyPr/>
          <a:p>
            <a:pPr algn="l"/>
            <a:r>
              <a:rPr lang="ru-RU" altLang="en-US" b="1">
                <a:latin typeface="Times New Roman" panose="02020603050405020304" charset="0"/>
                <a:cs typeface="Times New Roman" panose="02020603050405020304" charset="0"/>
              </a:rPr>
              <a:t>Реализация</a:t>
            </a:r>
            <a:endParaRPr lang="ru-RU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301115" y="157543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>
                <a:latin typeface="Times New Roman" panose="02020603050405020304" charset="0"/>
                <a:cs typeface="Times New Roman" panose="02020603050405020304" charset="0"/>
              </a:rPr>
              <a:t>Функционал выбора кофейни реализован с использованием 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Yandex MapKit, </a:t>
            </a:r>
            <a:r>
              <a:rPr lang="ru-RU">
                <a:latin typeface="Times New Roman" panose="02020603050405020304" charset="0"/>
                <a:cs typeface="Times New Roman" panose="02020603050405020304" charset="0"/>
              </a:rPr>
              <a:t>обновление адреса пользователя происходит через 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supabase-postgrest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Изображение 7"/>
          <p:cNvPicPr/>
          <p:nvPr/>
        </p:nvPicPr>
        <p:blipFill>
          <a:blip r:embed="rId2"/>
          <a:stretch>
            <a:fillRect/>
          </a:stretch>
        </p:blipFill>
        <p:spPr>
          <a:xfrm>
            <a:off x="1301115" y="3735705"/>
            <a:ext cx="414020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 descr="Screenshot_20260219-154027_CoffeeBrea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8420" y="501015"/>
            <a:ext cx="2702560" cy="5856605"/>
          </a:xfrm>
          <a:prstGeom prst="rect">
            <a:avLst/>
          </a:prstGeom>
        </p:spPr>
      </p:pic>
      <p:sp>
        <p:nvSpPr>
          <p:cNvPr id="6" name="Заголовок 5"/>
          <p:cNvSpPr>
            <a:spLocks noGrp="1"/>
          </p:cNvSpPr>
          <p:nvPr/>
        </p:nvSpPr>
        <p:spPr>
          <a:xfrm>
            <a:off x="1301115" y="711200"/>
            <a:ext cx="9683750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l"/>
            <a:r>
              <a:rPr lang="ru-RU" altLang="en-US" b="1">
                <a:latin typeface="Times New Roman" panose="02020603050405020304" charset="0"/>
                <a:cs typeface="Times New Roman" panose="02020603050405020304" charset="0"/>
              </a:rPr>
              <a:t>Реализация</a:t>
            </a:r>
            <a:endParaRPr lang="ru-RU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301115" y="157543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Получение данных реализуется с помощью библиотеки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supabase-postgrest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CRUD-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операций, асинхронная загрузка изображений - с использованием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Coil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1301115" y="3966845"/>
            <a:ext cx="4104640" cy="2052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1775" y="3137535"/>
            <a:ext cx="3294380" cy="582930"/>
          </a:xfrm>
        </p:spPr>
        <p:txBody>
          <a:bodyPr/>
          <a:p>
            <a:r>
              <a:rPr lang="ru-RU" altLang="en-US" b="1">
                <a:latin typeface="Times New Roman" panose="02020603050405020304" charset="0"/>
                <a:cs typeface="Times New Roman" panose="02020603050405020304" charset="0"/>
              </a:rPr>
              <a:t>Схема классов</a:t>
            </a:r>
            <a:endParaRPr lang="ru-RU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26155" y="125095"/>
            <a:ext cx="8505190" cy="6586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77640" y="612775"/>
            <a:ext cx="4818380" cy="582930"/>
          </a:xfrm>
        </p:spPr>
        <p:txBody>
          <a:bodyPr/>
          <a:p>
            <a:r>
              <a:rPr lang="ru-RU" altLang="en-US" b="1">
                <a:latin typeface="Times New Roman" panose="02020603050405020304" charset="0"/>
                <a:cs typeface="Times New Roman" panose="02020603050405020304" charset="0"/>
              </a:rPr>
              <a:t>Производительность</a:t>
            </a:r>
            <a:endParaRPr lang="ru-RU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0" y="2264410"/>
            <a:ext cx="10972800" cy="37960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647065"/>
            <a:ext cx="10972800" cy="582613"/>
          </a:xfrm>
        </p:spPr>
        <p:txBody>
          <a:bodyPr/>
          <a:p>
            <a:r>
              <a:rPr lang="ru-RU" altLang="en-US" b="1">
                <a:latin typeface="Times New Roman" panose="02020603050405020304" charset="0"/>
                <a:cs typeface="Times New Roman" panose="02020603050405020304" charset="0"/>
              </a:rPr>
              <a:t>Архитектура</a:t>
            </a:r>
            <a:endParaRPr lang="ru-RU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526415" y="3048000"/>
            <a:ext cx="4984115" cy="1212215"/>
          </a:xfrm>
        </p:spPr>
        <p:txBody>
          <a:bodyPr/>
          <a:p>
            <a:pPr marL="0" indent="0">
              <a:buNone/>
            </a:pPr>
            <a:r>
              <a:rPr lang="ru-RU" altLang="en-US" sz="1800">
                <a:latin typeface="Times New Roman" panose="02020603050405020304" charset="0"/>
                <a:cs typeface="Times New Roman" panose="02020603050405020304" charset="0"/>
              </a:rPr>
              <a:t>В разработке были использованы такие архитектурные решения, как паттерн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Singleton </a:t>
            </a:r>
            <a:r>
              <a:rPr lang="ru-RU" altLang="en-US" sz="1800">
                <a:latin typeface="Times New Roman" panose="02020603050405020304" charset="0"/>
                <a:cs typeface="Times New Roman" panose="02020603050405020304" charset="0"/>
              </a:rPr>
              <a:t>и общий подход к разработке -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CleanArchitecture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6403975" y="3913505"/>
            <a:ext cx="5612130" cy="2262505"/>
          </a:xfrm>
          <a:prstGeom prst="rect">
            <a:avLst/>
          </a:prstGeom>
        </p:spPr>
      </p:pic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7444105" y="85725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7860" y="480695"/>
            <a:ext cx="10972800" cy="582613"/>
          </a:xfrm>
        </p:spPr>
        <p:txBody>
          <a:bodyPr/>
          <a:p>
            <a:r>
              <a:rPr lang="ru-RU" altLang="en-US" b="1">
                <a:latin typeface="Times New Roman" panose="02020603050405020304" charset="0"/>
                <a:cs typeface="Times New Roman" panose="02020603050405020304" charset="0"/>
              </a:rPr>
              <a:t>Библиотеки</a:t>
            </a:r>
            <a:endParaRPr lang="ru-RU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456690"/>
            <a:ext cx="4126865" cy="4953000"/>
          </a:xfrm>
        </p:spPr>
        <p:txBody>
          <a:bodyPr/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altLang="ru-RU" sz="3600">
                <a:latin typeface="Times New Roman" panose="02020603050405020304" charset="0"/>
                <a:cs typeface="Times New Roman" panose="02020603050405020304" charset="0"/>
              </a:rPr>
              <a:t>Yandex MapKit</a:t>
            </a:r>
            <a:endParaRPr lang="en-US" altLang="ru-RU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altLang="ru-RU" sz="3600">
                <a:latin typeface="Times New Roman" panose="02020603050405020304" charset="0"/>
                <a:cs typeface="Times New Roman" panose="02020603050405020304" charset="0"/>
              </a:rPr>
              <a:t>Supabase SDK</a:t>
            </a:r>
            <a:endParaRPr lang="en-US" altLang="ru-RU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altLang="ru-RU" sz="3600">
                <a:latin typeface="Times New Roman" panose="02020603050405020304" charset="0"/>
                <a:cs typeface="Times New Roman" panose="02020603050405020304" charset="0"/>
              </a:rPr>
              <a:t>Coil</a:t>
            </a:r>
            <a:endParaRPr lang="en-US" altLang="ru-RU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altLang="ru-RU" sz="3600">
                <a:latin typeface="Times New Roman" panose="02020603050405020304" charset="0"/>
                <a:cs typeface="Times New Roman" panose="02020603050405020304" charset="0"/>
              </a:rPr>
              <a:t>Ktor</a:t>
            </a:r>
            <a:endParaRPr lang="en-US" altLang="ru-RU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altLang="ru-RU" sz="3600">
                <a:latin typeface="Times New Roman" panose="02020603050405020304" charset="0"/>
                <a:cs typeface="Times New Roman" panose="02020603050405020304" charset="0"/>
              </a:rPr>
              <a:t>Dagger Hilt</a:t>
            </a:r>
            <a:endParaRPr lang="en-US" altLang="ru-RU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altLang="ru-RU" sz="3600">
                <a:latin typeface="Times New Roman" panose="02020603050405020304" charset="0"/>
                <a:cs typeface="Times New Roman" panose="02020603050405020304" charset="0"/>
              </a:rPr>
              <a:t>Compose navigation</a:t>
            </a:r>
            <a:endParaRPr lang="en-US" altLang="ru-RU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altLang="ru-RU" sz="3600">
                <a:latin typeface="Times New Roman" panose="02020603050405020304" charset="0"/>
                <a:cs typeface="Times New Roman" panose="02020603050405020304" charset="0"/>
              </a:rPr>
              <a:t>Qrose</a:t>
            </a:r>
            <a:endParaRPr lang="en-US" altLang="ru-RU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altLang="ru-RU" sz="3600">
                <a:latin typeface="Times New Roman" panose="02020603050405020304" charset="0"/>
                <a:cs typeface="Times New Roman" panose="02020603050405020304" charset="0"/>
              </a:rPr>
              <a:t>Ktor Serialization</a:t>
            </a:r>
            <a:endParaRPr lang="en-US" altLang="ru-RU" sz="3600">
              <a:latin typeface="Times New Roman" panose="02020603050405020304" charset="0"/>
              <a:cs typeface="Times New Roman" panose="02020603050405020304" charset="0"/>
            </a:endParaRPr>
          </a:p>
          <a:p>
            <a:pPr eaLnBrk="1" latinLnBrk="0" hangingPunct="1">
              <a:spcBef>
                <a:spcPts val="0"/>
              </a:spcBef>
            </a:pPr>
            <a:endParaRPr lang="en-US" altLang="ru-RU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5829300" y="439420"/>
            <a:ext cx="1320800" cy="1320800"/>
          </a:xfrm>
          <a:prstGeom prst="rect">
            <a:avLst/>
          </a:prstGeom>
        </p:spPr>
      </p:pic>
      <p:pic>
        <p:nvPicPr>
          <p:cNvPr id="6" name="Изображение 5" descr="Mask gro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850" y="889000"/>
            <a:ext cx="1252855" cy="1252855"/>
          </a:xfrm>
          <a:prstGeom prst="rect">
            <a:avLst/>
          </a:prstGeom>
        </p:spPr>
      </p:pic>
      <p:pic>
        <p:nvPicPr>
          <p:cNvPr id="7" name="Изображение 6"/>
          <p:cNvPicPr/>
          <p:nvPr/>
        </p:nvPicPr>
        <p:blipFill>
          <a:blip r:embed="rId3"/>
          <a:stretch>
            <a:fillRect/>
          </a:stretch>
        </p:blipFill>
        <p:spPr>
          <a:xfrm>
            <a:off x="9332595" y="1456690"/>
            <a:ext cx="1291590" cy="1291590"/>
          </a:xfrm>
          <a:prstGeom prst="rect">
            <a:avLst/>
          </a:prstGeom>
        </p:spPr>
      </p:pic>
      <p:pic>
        <p:nvPicPr>
          <p:cNvPr id="8" name="Изображение 7"/>
          <p:cNvPicPr/>
          <p:nvPr/>
        </p:nvPicPr>
        <p:blipFill>
          <a:blip r:embed="rId4"/>
          <a:stretch>
            <a:fillRect/>
          </a:stretch>
        </p:blipFill>
        <p:spPr>
          <a:xfrm>
            <a:off x="5320030" y="2202180"/>
            <a:ext cx="2538730" cy="1269365"/>
          </a:xfrm>
          <a:prstGeom prst="rect">
            <a:avLst/>
          </a:prstGeom>
        </p:spPr>
      </p:pic>
      <p:pic>
        <p:nvPicPr>
          <p:cNvPr id="9" name="Изображение 8"/>
          <p:cNvPicPr/>
          <p:nvPr/>
        </p:nvPicPr>
        <p:blipFill>
          <a:blip r:embed="rId5"/>
          <a:stretch>
            <a:fillRect/>
          </a:stretch>
        </p:blipFill>
        <p:spPr>
          <a:xfrm>
            <a:off x="7562850" y="2977515"/>
            <a:ext cx="1872615" cy="1053465"/>
          </a:xfrm>
          <a:prstGeom prst="rect">
            <a:avLst/>
          </a:prstGeom>
        </p:spPr>
      </p:pic>
      <p:pic>
        <p:nvPicPr>
          <p:cNvPr id="10" name="Изображение 9"/>
          <p:cNvPicPr/>
          <p:nvPr/>
        </p:nvPicPr>
        <p:blipFill>
          <a:blip r:embed="rId6"/>
          <a:stretch>
            <a:fillRect/>
          </a:stretch>
        </p:blipFill>
        <p:spPr>
          <a:xfrm>
            <a:off x="9554845" y="3470275"/>
            <a:ext cx="1186815" cy="1283335"/>
          </a:xfrm>
          <a:prstGeom prst="rect">
            <a:avLst/>
          </a:prstGeom>
        </p:spPr>
      </p:pic>
      <p:pic>
        <p:nvPicPr>
          <p:cNvPr id="11" name="Изображение 10"/>
          <p:cNvPicPr/>
          <p:nvPr/>
        </p:nvPicPr>
        <p:blipFill>
          <a:blip r:embed="rId7"/>
          <a:stretch>
            <a:fillRect/>
          </a:stretch>
        </p:blipFill>
        <p:spPr>
          <a:xfrm>
            <a:off x="5514340" y="4232275"/>
            <a:ext cx="1951355" cy="975995"/>
          </a:xfrm>
          <a:prstGeom prst="rect">
            <a:avLst/>
          </a:prstGeom>
        </p:spPr>
      </p:pic>
      <p:pic>
        <p:nvPicPr>
          <p:cNvPr id="12" name="Изображение 11"/>
          <p:cNvPicPr/>
          <p:nvPr/>
        </p:nvPicPr>
        <p:blipFill>
          <a:blip r:embed="rId8"/>
          <a:stretch>
            <a:fillRect/>
          </a:stretch>
        </p:blipFill>
        <p:spPr>
          <a:xfrm>
            <a:off x="7562850" y="5163185"/>
            <a:ext cx="2048510" cy="1152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24910" y="3137535"/>
            <a:ext cx="4742180" cy="582930"/>
          </a:xfrm>
        </p:spPr>
        <p:txBody>
          <a:bodyPr/>
          <a:p>
            <a:r>
              <a:rPr lang="ru-RU" altLang="en-US" b="1">
                <a:latin typeface="Times New Roman" panose="02020603050405020304" charset="0"/>
                <a:cs typeface="Times New Roman" panose="02020603050405020304" charset="0"/>
              </a:rPr>
              <a:t>Спасибо за внимание!</a:t>
            </a:r>
            <a:endParaRPr lang="ru-RU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</Words>
  <Application>WPS Presentation</Application>
  <PresentationFormat>宽屏</PresentationFormat>
  <Paragraphs>41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Lucida Sans Unicode</vt:lpstr>
      <vt:lpstr>Tahoma</vt:lpstr>
      <vt:lpstr>Times New Roman</vt:lpstr>
      <vt:lpstr>Gear Drives</vt:lpstr>
      <vt:lpstr>PowerPoint 演示文稿</vt:lpstr>
      <vt:lpstr>PowerPoint 演示文稿</vt:lpstr>
      <vt:lpstr>PowerPoint 演示文稿</vt:lpstr>
      <vt:lpstr>Реализация</vt:lpstr>
      <vt:lpstr>Реализация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pc1</dc:creator>
  <cp:lastModifiedBy>pc1</cp:lastModifiedBy>
  <cp:revision>4</cp:revision>
  <dcterms:created xsi:type="dcterms:W3CDTF">2025-07-23T00:59:00Z</dcterms:created>
  <dcterms:modified xsi:type="dcterms:W3CDTF">2026-02-19T09:18:09Z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179432B7410A45D39C54F0C0547FE94F_11</vt:lpwstr>
  </property>
</Properties>
</file>